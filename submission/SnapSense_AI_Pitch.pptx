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8B5CF6"/>
                </a:solidFill>
              </a:rPr>
              <a:t>SnapSense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On-Device Multimodal AI Assistant for Snapdragon-Powered HP PCs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429000"/>
            <a:ext cx="39319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2E8F0"/>
                </a:solidFill>
              </a:rPr>
              <a:t>Himanshu Yadav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Snapdragon AI Lab Build &amp; Present Challenge  |  Qualcomm x Unstop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5029200"/>
            <a:ext cx="2468880" cy="640080"/>
          </a:xfrm>
          <a:prstGeom prst="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50749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5CF6"/>
                </a:solidFill>
              </a:rPr>
              <a:t>Voice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5029200"/>
            <a:ext cx="2468880" cy="64008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50749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B82F6"/>
                </a:solidFill>
              </a:rPr>
              <a:t>Vision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5029200"/>
            <a:ext cx="2468880" cy="640080"/>
          </a:xfrm>
          <a:prstGeom prst="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50749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0B981"/>
                </a:solidFill>
              </a:rPr>
              <a:t>Text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B5CF6"/>
                </a:solidFill>
              </a:rPr>
              <a:t>The Problem - AI Assistants Are Broken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2E8F0"/>
                </a:solidFill>
              </a:rPr>
              <a:t>Privacy risks, high latency, and wasted Snapdragon NPU power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Cloud-dependent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49047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Your voice, images &amp; text go to remote servers - privacy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11430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591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High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591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Network round-trips add 500ms to 2000ms delay per 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11430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278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Battery Drain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22783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Constant network activity saps battery significantly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59"/>
            <a:ext cx="11430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96511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NPU Wasted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096511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Snapdragon X Elite has 45+ TOPS NPU sitting completely idle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92040"/>
            <a:ext cx="11430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651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No Offline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9651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Fails completely without internet connectivity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B5CF6"/>
                </a:solidFill>
              </a:rPr>
              <a:t>The Solution - SnapSense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2E8F0"/>
                </a:solidFill>
              </a:rPr>
              <a:t>100% On-Device  |  100% Private  |  Snapdragon NPU Accelerated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402336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</a:rPr>
              <a:t>Voice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Whisper ASR
(INT8 NPU)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~180ms / 5s audio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554480"/>
            <a:ext cx="3657600" cy="402336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920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B82F6"/>
                </a:solidFill>
              </a:rPr>
              <a:t>Vision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7432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MobileNet + CLIP
(NPU)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3520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~45ms /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554480"/>
            <a:ext cx="3657600" cy="402336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920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</a:rPr>
              <a:t>Text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7432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Mistral-7B INT4
(NPU)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3520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~320ms / 200 tokens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5CF6"/>
                </a:solidFill>
              </a:rPr>
              <a:t>All inference runs locally on Snapdragon Hexagon NPU - Zero cloud, Zero privacy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B5CF6"/>
                </a:solidFill>
              </a:rPr>
              <a:t>AI Models - Qualcomm AI Hub x Snapdragon NPU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2E8F0"/>
                </a:solidFill>
              </a:rPr>
              <a:t>All models compiled for Snapdragon Hexagon NPU via Qualcomm AI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743200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27048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417320"/>
            <a:ext cx="3200400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3552" y="152704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17320"/>
            <a:ext cx="2468880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527048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Optimization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1417320"/>
            <a:ext cx="3017520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1527048"/>
            <a:ext cx="2926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Latency (X Elite)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30552"/>
            <a:ext cx="274320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267712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5CF6"/>
                </a:solidFill>
              </a:rPr>
              <a:t>Whisper-Base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130552"/>
            <a:ext cx="320040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3552" y="2267712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Speech-to-Text (ASR)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30552"/>
            <a:ext cx="246888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267712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INT8 - NPU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2130552"/>
            <a:ext cx="30175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2267712"/>
            <a:ext cx="2926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</a:rPr>
              <a:t>~180ms / 5s audio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43784"/>
            <a:ext cx="274320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980944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5CF6"/>
                </a:solidFill>
              </a:rPr>
              <a:t>MobileNet-V3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843784"/>
            <a:ext cx="320040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2980944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Image Classification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843784"/>
            <a:ext cx="246888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980944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INT8 - NPU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2843784"/>
            <a:ext cx="301752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42832" y="2980944"/>
            <a:ext cx="2926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</a:rPr>
              <a:t>~45ms / image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57016"/>
            <a:ext cx="274320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694176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5CF6"/>
                </a:solidFill>
              </a:rPr>
              <a:t>CLIP-ViT-B/32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3557016"/>
            <a:ext cx="320040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3552" y="3694176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Image Captioning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557016"/>
            <a:ext cx="246888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3694176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FP16 - NPU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3557016"/>
            <a:ext cx="301752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42832" y="3694176"/>
            <a:ext cx="2926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</a:rPr>
              <a:t>~80ms / image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70248"/>
            <a:ext cx="274320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407408"/>
            <a:ext cx="2651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5CF6"/>
                </a:solidFill>
              </a:rPr>
              <a:t>Mistral-7B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4270248"/>
            <a:ext cx="320040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73552" y="4407408"/>
            <a:ext cx="3108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Text Q&amp;A / Summarization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270248"/>
            <a:ext cx="246888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4407408"/>
            <a:ext cx="2377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INT4 - NPU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4270248"/>
            <a:ext cx="3017520" cy="713232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42832" y="4407408"/>
            <a:ext cx="2926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0B981"/>
                </a:solidFill>
              </a:rPr>
              <a:t>~320ms / 200 tokens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B5CF6"/>
                </a:solidFill>
              </a:rPr>
              <a:t>System Architecture - On-Device AI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097280"/>
            <a:ext cx="7040880" cy="4572000"/>
          </a:xfrm>
          <a:prstGeom prst="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28016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User Input  (Voice / Image / Text)
           |
  Preprocessing Layer  (Python 3.11 ARM64)
           |
  Qualcomm AI Hub SDK  (qai_hub + ONNX QNN EP)
           |
  Snapdragon Hexagon NPU  (45+ TOPS peak performance)
           |
  Instant On-Device Response  (&lt;400ms)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Zero network calls during AI inference - Your data never leaves your HP PC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B5CF6"/>
                </a:solidFill>
              </a:rPr>
              <a:t>Performance - 6x to 14x Faster on Snapdragon NPU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148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7160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Task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22860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37160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CPU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234440"/>
            <a:ext cx="27432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137160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Snapdragon NPU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234440"/>
            <a:ext cx="22860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74352" y="137160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7316"/>
                </a:solidFill>
              </a:rPr>
              <a:t>Speedup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41148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19456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ASR - 5s audio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011680"/>
            <a:ext cx="22860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19456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9E0B"/>
                </a:solidFill>
              </a:rPr>
              <a:t>1200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011680"/>
            <a:ext cx="27432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21945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B981"/>
                </a:solidFill>
              </a:rPr>
              <a:t>180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2011680"/>
            <a:ext cx="22860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219456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97316"/>
                </a:solidFill>
              </a:rPr>
              <a:t>6.7x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88920"/>
            <a:ext cx="4114800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97180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Image Classification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2788920"/>
            <a:ext cx="2286000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297180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9E0B"/>
                </a:solidFill>
              </a:rPr>
              <a:t>380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788920"/>
            <a:ext cx="2743200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31152" y="297180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B981"/>
                </a:solidFill>
              </a:rPr>
              <a:t>45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2788920"/>
            <a:ext cx="2286000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297180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97316"/>
                </a:solidFill>
              </a:rPr>
              <a:t>8.4x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66160"/>
            <a:ext cx="41148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74904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Text Q&amp;A (200 tokens)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3566160"/>
            <a:ext cx="22860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37490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9E0B"/>
                </a:solidFill>
              </a:rPr>
              <a:t>4500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566160"/>
            <a:ext cx="27432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31152" y="37490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0B981"/>
                </a:solidFill>
              </a:rPr>
              <a:t>320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3566160"/>
            <a:ext cx="22860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74352" y="37490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97316"/>
                </a:solidFill>
              </a:rPr>
              <a:t>14x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</a:rPr>
              <a:t>Benchmarks measured on HP OmniBook Ultra - Snapdragon X2 Plus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B5CF6"/>
                </a:solidFill>
              </a:rPr>
              <a:t>Real-World Impact - Who Benefits?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2E8F0"/>
                </a:solidFill>
              </a:rPr>
              <a:t>SnapSense AI works for everyone, everywhere - no internet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49047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Transcribe lectures &amp; summarize notes offline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11430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591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Professionals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5915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Summarize sensitive docs without any cloud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11430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278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Remote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22783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Full AI capability with zero internet connection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59"/>
            <a:ext cx="11430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96511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</a:rPr>
              <a:t>Accessibility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096511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Voice control for users with motor disabilities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92040"/>
            <a:ext cx="11430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6519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Healthcare/Legal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965192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Sensitive data never leaves your HP PC device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B5CF6"/>
                </a:solidFill>
              </a:rPr>
              <a:t>Why SnapSense AI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2E8F0"/>
                </a:solidFill>
              </a:rPr>
              <a:t>Purpose-built for Snapdragon - not a cloud app ported to ARM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2004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8191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2E8F0"/>
                </a:solidFill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417320"/>
            <a:ext cx="41148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158191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SnapSense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417320"/>
            <a:ext cx="41148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58191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F4444"/>
                </a:solidFill>
              </a:rPr>
              <a:t>Cloud AI Apps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32004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31343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Privacy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148840"/>
            <a:ext cx="41148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231343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100% Local - Zero cloud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148840"/>
            <a:ext cx="41148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5552" y="231343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</a:rPr>
              <a:t>Data sent to remote servers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80360"/>
            <a:ext cx="3200400" cy="7315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04495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Latency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880360"/>
            <a:ext cx="4114800" cy="7315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304495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&lt; 200ms on-device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880360"/>
            <a:ext cx="4114800" cy="7315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04495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</a:rPr>
              <a:t>500ms to 2 seconds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11880"/>
            <a:ext cx="32004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77647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Offline Mode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611880"/>
            <a:ext cx="41148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377647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Always works offline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611880"/>
            <a:ext cx="41148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377647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</a:rPr>
              <a:t>Internet required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343400"/>
            <a:ext cx="3200400" cy="7315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50799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NPU Optimized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4343400"/>
            <a:ext cx="4114800" cy="7315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0752" y="450799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Qualcomm AI Hub - Hexagon NPU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4343400"/>
            <a:ext cx="4114800" cy="7315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45552" y="450799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</a:rPr>
              <a:t>CPU or cloud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74920"/>
            <a:ext cx="32004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523951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Multimodal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5074920"/>
            <a:ext cx="41148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30752" y="523951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Voice + Vision + 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5074920"/>
            <a:ext cx="41148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45552" y="523951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</a:rPr>
              <a:t>Usually one modality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B5CF6"/>
                </a:solidFill>
              </a:rPr>
              <a:t>Roadmap - What's Next for SnapSense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09728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441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234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MVP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645920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Voice + Vision + Text AI on Snapdragon NPU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109728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9514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185416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</a:rPr>
              <a:t>Multi-modal Chaining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96896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Voice query -&gt; image analysis -&gt; text answer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73552"/>
            <a:ext cx="109728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2461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3639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</a:rPr>
              <a:t>Native Windows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54787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PyInstaller desktop app for HP OmniBook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24528"/>
            <a:ext cx="109728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1970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8736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Real-time Translation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498848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Offline language translation on NPU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75504"/>
            <a:ext cx="1097280" cy="365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14807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03834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7316"/>
                </a:solidFill>
              </a:rPr>
              <a:t>Live Camera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449824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Real-time video feed understanding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88952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8B5CF6"/>
                </a:solidFill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SnapSense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2E8F0"/>
                </a:solidFill>
              </a:rPr>
              <a:t>"Unlock the full power of your Snapdragon PC - privately, instantly, intelligently."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749039"/>
            <a:ext cx="48463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2E8F0"/>
                </a:solidFill>
              </a:rPr>
              <a:t>Himanshu Yadav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github.com/HimanshuYadav5998/Snapdragon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</a:rPr>
              <a:t>Snapdragon AI Lab Build &amp; Present Challenge  |  Qualcomm x Unstop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